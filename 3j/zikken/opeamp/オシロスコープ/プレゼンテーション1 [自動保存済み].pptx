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/>
    <p:restoredTop sz="94646"/>
  </p:normalViewPr>
  <p:slideViewPr>
    <p:cSldViewPr snapToGrid="0">
      <p:cViewPr varScale="1">
        <p:scale>
          <a:sx n="102" d="100"/>
          <a:sy n="102" d="100"/>
        </p:scale>
        <p:origin x="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FC4EFB-DB43-ED70-2B7D-BBBA13D453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E5F1584-AF7D-B0BE-059B-D7FDB56DA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A8B092-C0C2-8054-7FBB-3920AD32B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9AB9D-CE12-2A4E-8E8A-ADE98350C86F}" type="datetimeFigureOut">
              <a:rPr kumimoji="1" lang="ja-JP" altLang="en-US" smtClean="0"/>
              <a:t>2024/11/10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785CA0-6376-E7ED-BA6A-A0318B86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04C7C0-BF81-FC1B-9A2D-34D419694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BFBA-996C-BD42-BC87-80D5411D04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1807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C1EF1E-99BE-49A6-7E7D-55327EBC1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1C6333A-E27E-A96D-66B4-2E4ADA964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F438C7-C07D-F117-009F-4CE6F4ED9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9AB9D-CE12-2A4E-8E8A-ADE98350C86F}" type="datetimeFigureOut">
              <a:rPr kumimoji="1" lang="ja-JP" altLang="en-US" smtClean="0"/>
              <a:t>2024/11/10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DC97A0-D70C-4780-1D64-A2BF938BB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212F53E-5D0B-DA39-01C4-79ADAAD74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BFBA-996C-BD42-BC87-80D5411D04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2661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279D62-796D-22C6-0597-CFAB61C75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3B84142-F352-E84C-18CB-8CF9149CB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22C0CDB-93F2-2E7B-02D1-567AB83E4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9AB9D-CE12-2A4E-8E8A-ADE98350C86F}" type="datetimeFigureOut">
              <a:rPr kumimoji="1" lang="ja-JP" altLang="en-US" smtClean="0"/>
              <a:t>2024/11/10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095851-1B43-4F54-1E07-0D9ED5B4E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3E6DBF-E993-F0F7-AEF8-DCB4D7828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BFBA-996C-BD42-BC87-80D5411D04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2698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5655D9-4FA9-A42A-F736-EF40FE412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F347BC-133E-2C04-167D-0DF72534B5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CA1C0ED-6869-AC30-DF3A-2D7F03711A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9395485-CC90-F62A-5298-9BD9A42E2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9AB9D-CE12-2A4E-8E8A-ADE98350C86F}" type="datetimeFigureOut">
              <a:rPr kumimoji="1" lang="ja-JP" altLang="en-US" smtClean="0"/>
              <a:t>2024/11/10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4594A1C-551B-2B79-9414-7EF3D4D06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87C9143-A6D9-24AC-44D8-E8E7C76AC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BFBA-996C-BD42-BC87-80D5411D04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88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D7F6BE-4C63-2C15-0AFD-4C84769A8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1B67402-A120-0D9E-5B5B-3B492DAD1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EC16F1B-643C-FF40-AD42-94AD524411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68EFE95-6C79-6C61-4139-D4E935B864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58A1C8A-8FEA-EEA1-9917-9B628C0CBA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5BCEBC6-0BFE-1913-F582-2C51DC9DC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9AB9D-CE12-2A4E-8E8A-ADE98350C86F}" type="datetimeFigureOut">
              <a:rPr kumimoji="1" lang="ja-JP" altLang="en-US" smtClean="0"/>
              <a:t>2024/11/10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3C37C64-242E-62C3-8524-A6D3B1359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7AA0D5E-6AFB-61FC-CA05-E8915FD91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BFBA-996C-BD42-BC87-80D5411D04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0151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3A7156-9B83-246D-D25E-4E72B2005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955C0A6-D157-4F0A-EF9A-57800CFD8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9AB9D-CE12-2A4E-8E8A-ADE98350C86F}" type="datetimeFigureOut">
              <a:rPr kumimoji="1" lang="ja-JP" altLang="en-US" smtClean="0"/>
              <a:t>2024/11/10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EB054DE-99FA-9D9A-539C-45C621ADF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D325DB-986E-F5E6-4B91-700D67A59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BFBA-996C-BD42-BC87-80D5411D04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9079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64C4DC0-315D-391B-06B5-821B44FC3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9AB9D-CE12-2A4E-8E8A-ADE98350C86F}" type="datetimeFigureOut">
              <a:rPr kumimoji="1" lang="ja-JP" altLang="en-US" smtClean="0"/>
              <a:t>2024/11/10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45F7462-E522-CD7D-56E3-8DFABCACD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8C0F064-83FC-B9FF-13D7-9799496FA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BFBA-996C-BD42-BC87-80D5411D04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4073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4160DF-82A2-1CF4-1A21-3D2ABECD0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98D608-5E94-5B7D-3A78-926718ADA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11076F4-9486-995C-DB61-5EC48D3DF9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0E81023-9F1B-F891-AB9A-0F54951B8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9AB9D-CE12-2A4E-8E8A-ADE98350C86F}" type="datetimeFigureOut">
              <a:rPr kumimoji="1" lang="ja-JP" altLang="en-US" smtClean="0"/>
              <a:t>2024/11/10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9A21CBC-D7FF-EDEC-9D4F-AAFB25161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6886CDC-86A9-7419-FBCF-63997ACCE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BFBA-996C-BD42-BC87-80D5411D04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2983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874871-EA41-9E6F-CB48-D7C60E4C7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B93EFE4-9DC2-5899-E91C-3607FAB6A6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105D95F-12A3-6208-AC7A-A7EB7E453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9BEEB6D-9E52-B09B-4269-877645215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9AB9D-CE12-2A4E-8E8A-ADE98350C86F}" type="datetimeFigureOut">
              <a:rPr kumimoji="1" lang="ja-JP" altLang="en-US" smtClean="0"/>
              <a:t>2024/11/10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478F572-E94E-5DD0-F4A2-48809F5A8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4D4ABC1-D9B8-2722-FDCB-8D3F6FE7E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BFBA-996C-BD42-BC87-80D5411D04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8564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3ED33F-F2EA-9031-1934-0F1A33BF7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5EE6DFC-073D-90E4-45A9-9E77058F9D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C9A288-8B7D-4BB5-ADB9-E10E84296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9AB9D-CE12-2A4E-8E8A-ADE98350C86F}" type="datetimeFigureOut">
              <a:rPr kumimoji="1" lang="ja-JP" altLang="en-US" smtClean="0"/>
              <a:t>2024/11/10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71D8725-BBDA-B94E-5CFC-01CE036A6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34EE3E-7905-7569-C891-2610CADB0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BFBA-996C-BD42-BC87-80D5411D04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6851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DC21D3F-7510-2286-8E1C-409FD24B3A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8E84C64-970D-A5FF-8F7E-18E8BF051B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24C209-1236-0D2B-AC22-C128C4D8B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9AB9D-CE12-2A4E-8E8A-ADE98350C86F}" type="datetimeFigureOut">
              <a:rPr kumimoji="1" lang="ja-JP" altLang="en-US" smtClean="0"/>
              <a:t>2024/11/10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E12F15-F1D4-50C6-2FD3-84C6D17FD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C680DD4-F24D-D03E-EABA-F464430F1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BFBA-996C-BD42-BC87-80D5411D04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1833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8CB56E7-6FD0-5792-B498-9394984A6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F2F7456-D4BC-174D-9C16-28F7327EB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354E93-A107-6710-4980-1C93852DC7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39AB9D-CE12-2A4E-8E8A-ADE98350C86F}" type="datetimeFigureOut">
              <a:rPr kumimoji="1" lang="ja-JP" altLang="en-US" smtClean="0"/>
              <a:t>2024/11/10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FAE682-8DCD-F12E-D5ED-7CD195A2B6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82BE3C-0A3C-38F1-FA03-F343B3BE68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DEBFBA-996C-BD42-BC87-80D5411D04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1966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022776-296C-5652-2BD2-A85395421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 descr="ダイアグラム&#10;&#10;自動的に生成された説明">
            <a:extLst>
              <a:ext uri="{FF2B5EF4-FFF2-40B4-BE49-F238E27FC236}">
                <a16:creationId xmlns:a16="http://schemas.microsoft.com/office/drawing/2014/main" id="{45FEFBF2-C2DA-F885-A76E-A4CB757A24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4945" y="1814993"/>
            <a:ext cx="7252230" cy="4351338"/>
          </a:xfr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9DC5C7C-272C-D5F0-B207-5CD8498987B1}"/>
              </a:ext>
            </a:extLst>
          </p:cNvPr>
          <p:cNvSpPr txBox="1"/>
          <p:nvPr/>
        </p:nvSpPr>
        <p:spPr>
          <a:xfrm>
            <a:off x="3444949" y="2356976"/>
            <a:ext cx="1424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solidFill>
                  <a:srgbClr val="FFFF00"/>
                </a:solidFill>
              </a:rPr>
              <a:t>入力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9CF98A9-FFAE-902D-A537-4EDA24AD6991}"/>
              </a:ext>
            </a:extLst>
          </p:cNvPr>
          <p:cNvSpPr txBox="1"/>
          <p:nvPr/>
        </p:nvSpPr>
        <p:spPr>
          <a:xfrm>
            <a:off x="3561907" y="4646520"/>
            <a:ext cx="1424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>
                <a:solidFill>
                  <a:srgbClr val="00B0F0"/>
                </a:solidFill>
              </a:rPr>
              <a:t>出力</a:t>
            </a:r>
            <a:endParaRPr kumimoji="1" lang="ja-JP" altLang="en-US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3467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3F51E7-1063-4B0E-9236-DD48ADD76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 descr="ダイアグラム&#10;&#10;中程度の精度で自動的に生成された説明">
            <a:extLst>
              <a:ext uri="{FF2B5EF4-FFF2-40B4-BE49-F238E27FC236}">
                <a16:creationId xmlns:a16="http://schemas.microsoft.com/office/drawing/2014/main" id="{6396471A-D48C-C579-6466-E0F40CEC45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9885" y="1825625"/>
            <a:ext cx="7252230" cy="4351338"/>
          </a:xfr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53A6739-60A6-A4F3-CAD0-E2222A84EAC2}"/>
              </a:ext>
            </a:extLst>
          </p:cNvPr>
          <p:cNvSpPr txBox="1"/>
          <p:nvPr/>
        </p:nvSpPr>
        <p:spPr>
          <a:xfrm>
            <a:off x="3444949" y="2356976"/>
            <a:ext cx="1424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solidFill>
                  <a:srgbClr val="FFFF00"/>
                </a:solidFill>
              </a:rPr>
              <a:t>入力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4AAB707-645C-4E20-395D-5DD9B1F96F05}"/>
              </a:ext>
            </a:extLst>
          </p:cNvPr>
          <p:cNvSpPr txBox="1"/>
          <p:nvPr/>
        </p:nvSpPr>
        <p:spPr>
          <a:xfrm>
            <a:off x="3444949" y="4881748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solidFill>
                  <a:srgbClr val="00B0F0"/>
                </a:solidFill>
              </a:rPr>
              <a:t>出力</a:t>
            </a:r>
            <a:endParaRPr kumimoji="1" lang="ja-JP" altLang="en-US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360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5C53D0-2E1D-8A85-C818-BD77822F3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 descr="ダイアグラム&#10;&#10;自動的に生成された説明">
            <a:extLst>
              <a:ext uri="{FF2B5EF4-FFF2-40B4-BE49-F238E27FC236}">
                <a16:creationId xmlns:a16="http://schemas.microsoft.com/office/drawing/2014/main" id="{E0CF4DC9-83B5-5B34-6CDF-F7B3E646DD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9885" y="1825625"/>
            <a:ext cx="7252230" cy="4351338"/>
          </a:xfr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11DD028-5F6E-6537-CEF1-33D79F967321}"/>
              </a:ext>
            </a:extLst>
          </p:cNvPr>
          <p:cNvSpPr txBox="1"/>
          <p:nvPr/>
        </p:nvSpPr>
        <p:spPr>
          <a:xfrm>
            <a:off x="3444949" y="2399769"/>
            <a:ext cx="1424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solidFill>
                  <a:srgbClr val="FFFF00"/>
                </a:solidFill>
              </a:rPr>
              <a:t>入力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289BCF7-87C2-6764-8DB0-1EE0255F18D7}"/>
              </a:ext>
            </a:extLst>
          </p:cNvPr>
          <p:cNvSpPr txBox="1"/>
          <p:nvPr/>
        </p:nvSpPr>
        <p:spPr>
          <a:xfrm>
            <a:off x="3444949" y="4392651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solidFill>
                  <a:srgbClr val="00B0F0"/>
                </a:solidFill>
              </a:rPr>
              <a:t>出力</a:t>
            </a:r>
            <a:endParaRPr kumimoji="1" lang="ja-JP" altLang="en-US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5301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B0B693-5BBE-1CC3-9F92-5DD12F77F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6" name="コンテンツ プレースホルダー 5" descr="グラフ&#10;&#10;自動的に生成された説明">
            <a:extLst>
              <a:ext uri="{FF2B5EF4-FFF2-40B4-BE49-F238E27FC236}">
                <a16:creationId xmlns:a16="http://schemas.microsoft.com/office/drawing/2014/main" id="{3B548ED9-0C4D-28EE-6AE9-D30CC6CB6E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9885" y="1825625"/>
            <a:ext cx="7252230" cy="4351338"/>
          </a:xfr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9A13EDB-04DE-BEED-C59D-43F4D9BFEF5A}"/>
              </a:ext>
            </a:extLst>
          </p:cNvPr>
          <p:cNvSpPr txBox="1"/>
          <p:nvPr/>
        </p:nvSpPr>
        <p:spPr>
          <a:xfrm>
            <a:off x="3385686" y="2110959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>
                <a:solidFill>
                  <a:srgbClr val="FFFF00"/>
                </a:solidFill>
              </a:rPr>
              <a:t>入力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66605B3-B5AF-34A4-8067-170A56F602D5}"/>
              </a:ext>
            </a:extLst>
          </p:cNvPr>
          <p:cNvSpPr txBox="1"/>
          <p:nvPr/>
        </p:nvSpPr>
        <p:spPr>
          <a:xfrm>
            <a:off x="3385686" y="2852104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solidFill>
                  <a:srgbClr val="00B0F0"/>
                </a:solidFill>
              </a:rPr>
              <a:t>出力</a:t>
            </a:r>
            <a:endParaRPr kumimoji="1" lang="ja-JP" altLang="en-US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078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7BA9CA-F9C9-A392-D0E0-755144BD0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 descr="グラフ&#10;&#10;自動的に生成された説明">
            <a:extLst>
              <a:ext uri="{FF2B5EF4-FFF2-40B4-BE49-F238E27FC236}">
                <a16:creationId xmlns:a16="http://schemas.microsoft.com/office/drawing/2014/main" id="{C35D5478-4476-782A-9310-39B4AC0085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9885" y="1825625"/>
            <a:ext cx="7252230" cy="4351338"/>
          </a:xfr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8D8C7B8-396A-1913-8814-D09723FB49E0}"/>
              </a:ext>
            </a:extLst>
          </p:cNvPr>
          <p:cNvSpPr txBox="1"/>
          <p:nvPr/>
        </p:nvSpPr>
        <p:spPr>
          <a:xfrm>
            <a:off x="3414562" y="3244334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>
                <a:solidFill>
                  <a:srgbClr val="FFFF00"/>
                </a:solidFill>
              </a:rPr>
              <a:t>入力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C747A53-D8A5-4450-4CC8-914799662F0E}"/>
              </a:ext>
            </a:extLst>
          </p:cNvPr>
          <p:cNvSpPr txBox="1"/>
          <p:nvPr/>
        </p:nvSpPr>
        <p:spPr>
          <a:xfrm>
            <a:off x="3520440" y="2468871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solidFill>
                  <a:srgbClr val="00B0F0"/>
                </a:solidFill>
              </a:rPr>
              <a:t>出力</a:t>
            </a:r>
            <a:endParaRPr kumimoji="1" lang="ja-JP" altLang="en-US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1659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48570B-5601-A27A-941D-6EAB501DD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 descr="グラフ&#10;&#10;自動的に生成された説明">
            <a:extLst>
              <a:ext uri="{FF2B5EF4-FFF2-40B4-BE49-F238E27FC236}">
                <a16:creationId xmlns:a16="http://schemas.microsoft.com/office/drawing/2014/main" id="{1968E6C3-D57F-BE51-573F-5446464536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9885" y="1825625"/>
            <a:ext cx="7252230" cy="4351338"/>
          </a:xfr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F8EC517-D125-BD8B-F880-F1799BED14FD}"/>
              </a:ext>
            </a:extLst>
          </p:cNvPr>
          <p:cNvSpPr txBox="1"/>
          <p:nvPr/>
        </p:nvSpPr>
        <p:spPr>
          <a:xfrm>
            <a:off x="3453063" y="2803977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>
                <a:solidFill>
                  <a:srgbClr val="FFFF00"/>
                </a:solidFill>
              </a:rPr>
              <a:t>入力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F069B3C-2B87-C379-E8ED-0AA5CF9134EB}"/>
              </a:ext>
            </a:extLst>
          </p:cNvPr>
          <p:cNvSpPr txBox="1"/>
          <p:nvPr/>
        </p:nvSpPr>
        <p:spPr>
          <a:xfrm>
            <a:off x="2641333" y="2564310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solidFill>
                  <a:srgbClr val="00B0F0"/>
                </a:solidFill>
              </a:rPr>
              <a:t>出力</a:t>
            </a:r>
            <a:endParaRPr kumimoji="1" lang="ja-JP" altLang="en-US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0518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1963</TotalTime>
  <Words>12</Words>
  <Application>Microsoft Macintosh PowerPoint</Application>
  <PresentationFormat>ワイド画面</PresentationFormat>
  <Paragraphs>12</Paragraphs>
  <Slides>6</Slides>
  <Notes>0</Notes>
  <HiddenSlides>3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來間 空_米子学生</dc:creator>
  <cp:lastModifiedBy>來間 空_米子学生</cp:lastModifiedBy>
  <cp:revision>2</cp:revision>
  <dcterms:created xsi:type="dcterms:W3CDTF">2024-11-10T03:37:41Z</dcterms:created>
  <dcterms:modified xsi:type="dcterms:W3CDTF">2024-11-11T19:16:27Z</dcterms:modified>
</cp:coreProperties>
</file>